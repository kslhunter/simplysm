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C09858-4D24-01AD-52CB-0925BFFE80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EA36DE4-663B-ED2E-7D19-D28F4426D9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DC456E1-C061-E19B-4263-FA6C93E43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C60A4-82A7-4C5C-8684-521BF5E5ACE0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5A786D0-E626-E413-223D-64D42EC39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3B87DF8-F71E-DDBE-792C-BDA86A58F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45813-1E93-466D-9844-2725F39546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91468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30F80C-3424-B1FD-0A87-D0F5E7BC0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E7ED2C-04BB-6F4B-795D-0BF6624764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14F7A51-C1D5-354D-B956-92D78E891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C60A4-82A7-4C5C-8684-521BF5E5ACE0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8913135-D334-F1BF-2A82-55F03DD9D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28B583-373A-6A8A-747C-B8AC94909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45813-1E93-466D-9844-2725F39546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58976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6F1E0C-1D79-5CF1-F736-648AAD321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F08E4EA-CA0C-3697-9DC2-21BD83FDED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5694318-6FCD-8D0F-B582-35193F7A2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C60A4-82A7-4C5C-8684-521BF5E5ACE0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62970D4-5BAC-9FFD-0CB8-A0B86E256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AB84D98-57AB-2EDC-8A6D-DAA4E0CD4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45813-1E93-466D-9844-2725F39546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5115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97EE15-B21B-D148-ABB2-0D216A44B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E8659CC-7EE7-D862-56B5-944EB00B86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7FC5A98-373C-39A9-42CC-2535487FEA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0EF7200-9546-0E4D-6D20-EA3944D04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C60A4-82A7-4C5C-8684-521BF5E5ACE0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7DB6446-AA01-8234-1FB5-5B7537F65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DA364AD-170C-614C-395C-12C772841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45813-1E93-466D-9844-2725F39546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77202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9512E3-9391-9876-4E25-EEAE00A07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F4BC06D-58BC-0798-78FF-AEC7DDD45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ED48741-C2A8-2BC1-9F96-2D82322DE2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D5AE916-E778-900F-D9C9-4D33D9C259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6AE124B-13F5-6CA5-3483-460BAF9E4C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93B524B-852D-24EE-14D0-A27350830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C60A4-82A7-4C5C-8684-521BF5E5ACE0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49E92CD-CECA-0C71-CB49-20C3FE920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A216A0A-8AF2-5770-2FAE-0E3FE8F7B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45813-1E93-466D-9844-2725F39546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8731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8D2909-C48A-F016-9EDA-FB6258967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6D631D7-E62A-7323-1B18-1C3ACB2F3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C60A4-82A7-4C5C-8684-521BF5E5ACE0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83485AF-CE85-5ABC-A255-717D60962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7575296-B8BC-DE46-5603-A1326D43E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45813-1E93-466D-9844-2725F39546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9521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B3C1B80-F06F-8895-6EA5-7937E9963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C60A4-82A7-4C5C-8684-521BF5E5ACE0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1ECAA2C-B4A6-A4C9-B4FE-C1D5B4262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F85C073-21DD-E948-271B-776FEED24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45813-1E93-466D-9844-2725F39546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8663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29B204-7BE4-1DB0-60D0-4ACDA0EBA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D4E11F8-BDD7-E41F-7BB6-A267DC4972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65BCE2F-BA18-652B-6304-F6D9DE07D0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4A95A5D-2459-A619-B78D-D9C5DB0FA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C60A4-82A7-4C5C-8684-521BF5E5ACE0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4F9555A-063D-D7B3-7DEE-2F67522EA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586DD36-E8AE-B27E-F447-8CC4973A8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45813-1E93-466D-9844-2725F39546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0296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D0B034-2524-0594-AD69-3321BB91B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197FE4C-A9B5-2EF1-6CA1-77072695A6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0B17FDA-C45E-DCEB-8D67-689230F7BD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5EB8157-7A2F-E94F-A3AE-8551373C9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C60A4-82A7-4C5C-8684-521BF5E5ACE0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168058C-AC47-48D4-8178-F91172498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633BEE2-0D9E-985B-0542-0FE8296EE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45813-1E93-466D-9844-2725F39546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27026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AE559B-EB41-8B0E-ADC1-B2D00B4DF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47931F1-3757-068D-1770-5D72BC8883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C7825C8-E71C-428E-CFDE-65C8DE352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C60A4-82A7-4C5C-8684-521BF5E5ACE0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B6B9DD-0042-EE27-FBD9-C62103B41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E6D757-66D9-F4E8-CC01-35178080D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45813-1E93-466D-9844-2725F39546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9747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8F218A0-F1E1-FD9C-6BD4-8D2BA89E0F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4F66DEB-0BB6-DEBA-4F9B-97CE4843D1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1346E47-5C0E-8E74-99F5-C93393EAE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C60A4-82A7-4C5C-8684-521BF5E5ACE0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23886AF-528C-1ED1-D5E9-53AE1A420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9A4ABC-F0A6-7091-D605-3DE63BB5B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45813-1E93-466D-9844-2725F39546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7267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C50A9C7-3973-9C62-B8F9-5367B06EE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0D2C33C-4481-CA76-BC67-C47F0E833F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9611D8-982E-0185-C560-C9588A0B94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FC60A4-82A7-4C5C-8684-521BF5E5ACE0}" type="datetimeFigureOut">
              <a:rPr lang="ko-KR" altLang="en-US" smtClean="0"/>
              <a:t>2026-01-13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29B4612-7906-A83D-F7D6-DAD4226327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8DF09E5-5954-8049-E646-A46E98B84E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A45813-1E93-466D-9844-2725F39546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1001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번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1D6EECD-7526-E7E6-E027-D0CEBDC00E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053" y="1388273"/>
            <a:ext cx="6741445" cy="515850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96919FA-C983-0349-1832-C616DC44A07E}"/>
              </a:ext>
            </a:extLst>
          </p:cNvPr>
          <p:cNvSpPr txBox="1"/>
          <p:nvPr/>
        </p:nvSpPr>
        <p:spPr>
          <a:xfrm>
            <a:off x="106045" y="311218"/>
            <a:ext cx="2614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1. </a:t>
            </a:r>
            <a:r>
              <a:rPr lang="ko-KR" altLang="en-US" dirty="0"/>
              <a:t>품목별 </a:t>
            </a:r>
            <a:r>
              <a:rPr lang="en-US" altLang="ko-KR" dirty="0"/>
              <a:t>PO </a:t>
            </a:r>
            <a:r>
              <a:rPr lang="ko-KR" altLang="en-US" dirty="0"/>
              <a:t>잔량 관련</a:t>
            </a:r>
          </a:p>
        </p:txBody>
      </p:sp>
      <p:pic>
        <p:nvPicPr>
          <p:cNvPr id="7" name="그림 6" descr="텍스트, 스크린샷, 번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27E30E5-4F73-280C-0F40-30BA617A420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4803" t="17403" r="11064"/>
          <a:stretch>
            <a:fillRect/>
          </a:stretch>
        </p:blipFill>
        <p:spPr>
          <a:xfrm>
            <a:off x="6393180" y="2286000"/>
            <a:ext cx="952818" cy="4260782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5F762543-4EC7-4A66-A355-B41BD058495C}"/>
              </a:ext>
            </a:extLst>
          </p:cNvPr>
          <p:cNvCxnSpPr>
            <a:cxnSpLocks/>
          </p:cNvCxnSpPr>
          <p:nvPr/>
        </p:nvCxnSpPr>
        <p:spPr>
          <a:xfrm flipV="1">
            <a:off x="6522720" y="1838098"/>
            <a:ext cx="0" cy="47076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6F44711E-1BA5-D195-F901-E3963DDD96B9}"/>
              </a:ext>
            </a:extLst>
          </p:cNvPr>
          <p:cNvCxnSpPr>
            <a:cxnSpLocks/>
          </p:cNvCxnSpPr>
          <p:nvPr/>
        </p:nvCxnSpPr>
        <p:spPr>
          <a:xfrm>
            <a:off x="7196743" y="2382750"/>
            <a:ext cx="644930" cy="24037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8094D79-D2B2-E1AF-4606-D50DBB48F7CD}"/>
              </a:ext>
            </a:extLst>
          </p:cNvPr>
          <p:cNvSpPr txBox="1"/>
          <p:nvPr/>
        </p:nvSpPr>
        <p:spPr>
          <a:xfrm>
            <a:off x="4977401" y="1533869"/>
            <a:ext cx="47371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출고 예정 수량</a:t>
            </a:r>
            <a:r>
              <a:rPr lang="en-US" altLang="ko-KR" dirty="0"/>
              <a:t>(</a:t>
            </a:r>
            <a:r>
              <a:rPr lang="ko-KR" altLang="en-US" dirty="0"/>
              <a:t>출고지시에 등록된 </a:t>
            </a:r>
            <a:r>
              <a:rPr lang="en-US" altLang="ko-KR" dirty="0"/>
              <a:t>PO</a:t>
            </a:r>
            <a:r>
              <a:rPr lang="ko-KR" altLang="en-US" dirty="0"/>
              <a:t> 수량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CEEACD-3974-EA6F-680F-2A1C2B51F333}"/>
              </a:ext>
            </a:extLst>
          </p:cNvPr>
          <p:cNvSpPr txBox="1"/>
          <p:nvPr/>
        </p:nvSpPr>
        <p:spPr>
          <a:xfrm>
            <a:off x="7744372" y="2546959"/>
            <a:ext cx="43813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최종 </a:t>
            </a:r>
            <a:r>
              <a:rPr lang="en-US" altLang="ko-KR" dirty="0"/>
              <a:t>PO </a:t>
            </a:r>
            <a:r>
              <a:rPr lang="ko-KR" altLang="en-US" dirty="0"/>
              <a:t>잔량</a:t>
            </a:r>
            <a:r>
              <a:rPr lang="en-US" altLang="ko-KR" dirty="0"/>
              <a:t>(PO </a:t>
            </a:r>
            <a:r>
              <a:rPr lang="ko-KR" altLang="en-US" dirty="0"/>
              <a:t>잔량 </a:t>
            </a:r>
            <a:r>
              <a:rPr lang="en-US" altLang="ko-KR" dirty="0"/>
              <a:t>- </a:t>
            </a:r>
            <a:r>
              <a:rPr lang="ko-KR" altLang="en-US" dirty="0"/>
              <a:t>출고 예정 수량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311A45C-27A7-9ED6-5064-F9398BA7BC6A}"/>
              </a:ext>
            </a:extLst>
          </p:cNvPr>
          <p:cNvSpPr txBox="1"/>
          <p:nvPr/>
        </p:nvSpPr>
        <p:spPr>
          <a:xfrm>
            <a:off x="488378" y="687488"/>
            <a:ext cx="73532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품목별 재고와 같이</a:t>
            </a:r>
            <a:r>
              <a:rPr lang="en-US" altLang="ko-KR" sz="1400" dirty="0"/>
              <a:t>, </a:t>
            </a:r>
            <a:r>
              <a:rPr lang="ko-KR" altLang="en-US" sz="1400" dirty="0"/>
              <a:t>출고 지시에 등록된 수량은 출고예정수량에 수량이 기입되어야 하며</a:t>
            </a:r>
            <a:r>
              <a:rPr lang="en-US" altLang="ko-KR" sz="1400" dirty="0"/>
              <a:t>,</a:t>
            </a:r>
          </a:p>
          <a:p>
            <a:r>
              <a:rPr lang="en-US" altLang="ko-KR" sz="1400" dirty="0"/>
              <a:t> </a:t>
            </a:r>
            <a:r>
              <a:rPr lang="ko-KR" altLang="en-US" sz="1400" dirty="0"/>
              <a:t>최종 </a:t>
            </a:r>
            <a:r>
              <a:rPr lang="en-US" altLang="ko-KR" sz="1400" dirty="0"/>
              <a:t>PO </a:t>
            </a:r>
            <a:r>
              <a:rPr lang="ko-KR" altLang="en-US" sz="1400" dirty="0"/>
              <a:t>잔량에 전체 계산된 수량 표기 부탁드립니다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264674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번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22B4367-5276-45CD-1F78-81E00CCCE9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7978"/>
          <a:stretch>
            <a:fillRect/>
          </a:stretch>
        </p:blipFill>
        <p:spPr>
          <a:xfrm>
            <a:off x="0" y="1397195"/>
            <a:ext cx="12192000" cy="3817914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C6F15F7D-52BE-122A-1B3C-A9B5CF13626E}"/>
              </a:ext>
            </a:extLst>
          </p:cNvPr>
          <p:cNvSpPr/>
          <p:nvPr/>
        </p:nvSpPr>
        <p:spPr>
          <a:xfrm>
            <a:off x="6594764" y="4357913"/>
            <a:ext cx="1062181" cy="75903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70FCC36-CD00-F88D-DCC2-1073C5DCCDC3}"/>
              </a:ext>
            </a:extLst>
          </p:cNvPr>
          <p:cNvSpPr/>
          <p:nvPr/>
        </p:nvSpPr>
        <p:spPr>
          <a:xfrm>
            <a:off x="11388436" y="4357913"/>
            <a:ext cx="665018" cy="75903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A5236D1-5F0A-5F01-576B-987B44D50F69}"/>
              </a:ext>
            </a:extLst>
          </p:cNvPr>
          <p:cNvSpPr/>
          <p:nvPr/>
        </p:nvSpPr>
        <p:spPr>
          <a:xfrm>
            <a:off x="3990109" y="4357913"/>
            <a:ext cx="8155709" cy="759034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7D22A4-B16E-9CE7-8D48-6075C5C11435}"/>
              </a:ext>
            </a:extLst>
          </p:cNvPr>
          <p:cNvSpPr txBox="1"/>
          <p:nvPr/>
        </p:nvSpPr>
        <p:spPr>
          <a:xfrm>
            <a:off x="6376594" y="5215108"/>
            <a:ext cx="1280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같은 </a:t>
            </a:r>
            <a:r>
              <a:rPr lang="en-US" altLang="ko-KR" dirty="0">
                <a:solidFill>
                  <a:srgbClr val="FF0000"/>
                </a:solidFill>
              </a:rPr>
              <a:t>Part#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436C2F-44CB-9B31-FEF8-83E4BA22E689}"/>
              </a:ext>
            </a:extLst>
          </p:cNvPr>
          <p:cNvSpPr txBox="1"/>
          <p:nvPr/>
        </p:nvSpPr>
        <p:spPr>
          <a:xfrm>
            <a:off x="10748260" y="5244932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같은 향지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2635C2-EEA0-6D5A-93A1-0A49166CCD0B}"/>
              </a:ext>
            </a:extLst>
          </p:cNvPr>
          <p:cNvSpPr txBox="1"/>
          <p:nvPr/>
        </p:nvSpPr>
        <p:spPr>
          <a:xfrm>
            <a:off x="106045" y="311218"/>
            <a:ext cx="36343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2. </a:t>
            </a:r>
            <a:r>
              <a:rPr lang="ko-KR" altLang="en-US" dirty="0"/>
              <a:t>입고지시 </a:t>
            </a:r>
            <a:r>
              <a:rPr lang="en-US" altLang="ko-KR" dirty="0"/>
              <a:t>&gt;&gt; </a:t>
            </a:r>
            <a:r>
              <a:rPr lang="ko-KR" altLang="en-US" dirty="0"/>
              <a:t>일괄 </a:t>
            </a:r>
            <a:r>
              <a:rPr lang="ko-KR" altLang="en-US" dirty="0" err="1"/>
              <a:t>수정시</a:t>
            </a:r>
            <a:r>
              <a:rPr lang="ko-KR" altLang="en-US" dirty="0"/>
              <a:t> 에러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0486D06-B106-CAFA-CB64-E86CC7F0904D}"/>
              </a:ext>
            </a:extLst>
          </p:cNvPr>
          <p:cNvSpPr txBox="1"/>
          <p:nvPr/>
        </p:nvSpPr>
        <p:spPr>
          <a:xfrm>
            <a:off x="378691" y="765482"/>
            <a:ext cx="108184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즉시 반영되어야 하는 사항은 아니나</a:t>
            </a:r>
            <a:r>
              <a:rPr lang="en-US" altLang="ko-KR" sz="1200" dirty="0"/>
              <a:t>, </a:t>
            </a:r>
            <a:r>
              <a:rPr lang="ko-KR" altLang="en-US" sz="1200" dirty="0"/>
              <a:t>간혹 같은 </a:t>
            </a:r>
            <a:r>
              <a:rPr lang="en-US" altLang="ko-KR" sz="1200" dirty="0"/>
              <a:t>Part, </a:t>
            </a:r>
            <a:r>
              <a:rPr lang="ko-KR" altLang="en-US" sz="1200" dirty="0"/>
              <a:t>같은 </a:t>
            </a:r>
            <a:r>
              <a:rPr lang="ko-KR" altLang="en-US" sz="1200" dirty="0" err="1"/>
              <a:t>향지를</a:t>
            </a:r>
            <a:r>
              <a:rPr lang="ko-KR" altLang="en-US" sz="1200" dirty="0"/>
              <a:t> 선택했음에도 불구하고 품목</a:t>
            </a:r>
            <a:r>
              <a:rPr lang="en-US" altLang="ko-KR" sz="1200" dirty="0"/>
              <a:t>, </a:t>
            </a:r>
            <a:r>
              <a:rPr lang="ko-KR" altLang="en-US" sz="1200" dirty="0"/>
              <a:t>고객사가 공란으로 떠서 재 선택을 해야 될 때가 있습니다</a:t>
            </a:r>
            <a:r>
              <a:rPr lang="en-US" altLang="ko-KR" sz="1200" dirty="0"/>
              <a:t>.</a:t>
            </a:r>
          </a:p>
          <a:p>
            <a:r>
              <a:rPr lang="ko-KR" altLang="en-US" sz="1200" dirty="0"/>
              <a:t>내용 확인 부탁드립니다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21F7B12-4AC2-2F3B-318D-BA076F28A663}"/>
              </a:ext>
            </a:extLst>
          </p:cNvPr>
          <p:cNvSpPr/>
          <p:nvPr/>
        </p:nvSpPr>
        <p:spPr>
          <a:xfrm>
            <a:off x="4553528" y="1642890"/>
            <a:ext cx="1745672" cy="1506709"/>
          </a:xfrm>
          <a:prstGeom prst="rect">
            <a:avLst/>
          </a:prstGeom>
          <a:noFill/>
          <a:ln w="28575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9E84C66-05B7-CCAF-0738-86E96E5DB7AC}"/>
              </a:ext>
            </a:extLst>
          </p:cNvPr>
          <p:cNvSpPr txBox="1"/>
          <p:nvPr/>
        </p:nvSpPr>
        <p:spPr>
          <a:xfrm>
            <a:off x="6299200" y="1574460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0000FF"/>
                </a:solidFill>
              </a:rPr>
              <a:t>정상 표기</a:t>
            </a:r>
          </a:p>
        </p:txBody>
      </p:sp>
      <p:pic>
        <p:nvPicPr>
          <p:cNvPr id="15" name="그림 14" descr="텍스트, 스크린샷, 번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2DF2C40-563B-E2D6-251D-8528C97CAD1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031" t="7187" r="48711" b="63627"/>
          <a:stretch>
            <a:fillRect/>
          </a:stretch>
        </p:blipFill>
        <p:spPr>
          <a:xfrm>
            <a:off x="8144856" y="1574460"/>
            <a:ext cx="1616364" cy="1358561"/>
          </a:xfrm>
          <a:prstGeom prst="rect">
            <a:avLst/>
          </a:prstGeom>
        </p:spPr>
      </p:pic>
      <p:pic>
        <p:nvPicPr>
          <p:cNvPr id="16" name="그림 15" descr="텍스트, 스크린샷, 번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5002B4E-4ADC-F5A9-8B63-141A7D0DF6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5851" t="17562" r="50461" b="78510"/>
          <a:stretch>
            <a:fillRect/>
          </a:stretch>
        </p:blipFill>
        <p:spPr>
          <a:xfrm>
            <a:off x="8557260" y="2065021"/>
            <a:ext cx="525780" cy="213875"/>
          </a:xfrm>
          <a:prstGeom prst="rect">
            <a:avLst/>
          </a:prstGeom>
        </p:spPr>
      </p:pic>
      <p:pic>
        <p:nvPicPr>
          <p:cNvPr id="17" name="그림 16" descr="텍스트, 스크린샷, 번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83B0672-2704-2A4C-2550-5BF95BCDA7C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5851" t="17562" r="50461" b="78510"/>
          <a:stretch>
            <a:fillRect/>
          </a:stretch>
        </p:blipFill>
        <p:spPr>
          <a:xfrm>
            <a:off x="8557259" y="1821323"/>
            <a:ext cx="945515" cy="172577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10819642-8354-AD8B-C38C-052F6AE9539E}"/>
              </a:ext>
            </a:extLst>
          </p:cNvPr>
          <p:cNvSpPr/>
          <p:nvPr/>
        </p:nvSpPr>
        <p:spPr>
          <a:xfrm>
            <a:off x="8116822" y="1525541"/>
            <a:ext cx="1745672" cy="150670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585541A-928B-E103-6CCD-2C75681B6182}"/>
              </a:ext>
            </a:extLst>
          </p:cNvPr>
          <p:cNvSpPr txBox="1"/>
          <p:nvPr/>
        </p:nvSpPr>
        <p:spPr>
          <a:xfrm>
            <a:off x="7857708" y="1029555"/>
            <a:ext cx="28536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오류일 경우</a:t>
            </a:r>
            <a:endParaRPr lang="en-US" altLang="ko-KR" sz="1200" dirty="0">
              <a:solidFill>
                <a:srgbClr val="FF0000"/>
              </a:solidFill>
            </a:endParaRPr>
          </a:p>
          <a:p>
            <a:r>
              <a:rPr lang="en-US" altLang="ko-KR" sz="1200" dirty="0">
                <a:solidFill>
                  <a:srgbClr val="FF0000"/>
                </a:solidFill>
              </a:rPr>
              <a:t>(</a:t>
            </a:r>
            <a:r>
              <a:rPr lang="ko-KR" altLang="en-US" sz="1200" dirty="0">
                <a:solidFill>
                  <a:srgbClr val="FF0000"/>
                </a:solidFill>
              </a:rPr>
              <a:t>품목</a:t>
            </a:r>
            <a:r>
              <a:rPr lang="en-US" altLang="ko-KR" sz="1200" dirty="0">
                <a:solidFill>
                  <a:srgbClr val="FF0000"/>
                </a:solidFill>
              </a:rPr>
              <a:t>,</a:t>
            </a:r>
            <a:r>
              <a:rPr lang="ko-KR" altLang="en-US" sz="1200" dirty="0">
                <a:solidFill>
                  <a:srgbClr val="FF0000"/>
                </a:solidFill>
              </a:rPr>
              <a:t>고객사</a:t>
            </a:r>
            <a:r>
              <a:rPr lang="en-US" altLang="ko-KR" sz="1200" dirty="0">
                <a:solidFill>
                  <a:srgbClr val="FF0000"/>
                </a:solidFill>
              </a:rPr>
              <a:t>, RFQ </a:t>
            </a:r>
            <a:r>
              <a:rPr lang="ko-KR" altLang="en-US" sz="1200" dirty="0" err="1">
                <a:solidFill>
                  <a:srgbClr val="FF0000"/>
                </a:solidFill>
              </a:rPr>
              <a:t>선택시</a:t>
            </a:r>
            <a:r>
              <a:rPr lang="ko-KR" altLang="en-US" sz="1200" dirty="0">
                <a:solidFill>
                  <a:srgbClr val="FF0000"/>
                </a:solidFill>
              </a:rPr>
              <a:t> 정상 반영됨</a:t>
            </a:r>
            <a:r>
              <a:rPr lang="en-US" altLang="ko-KR" sz="1200" dirty="0">
                <a:solidFill>
                  <a:srgbClr val="FF0000"/>
                </a:solidFill>
              </a:rPr>
              <a:t>)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63756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105</Words>
  <Application>Microsoft Office PowerPoint</Application>
  <PresentationFormat>와이드스크린</PresentationFormat>
  <Paragraphs>13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Ethan</dc:creator>
  <cp:lastModifiedBy>Ethan</cp:lastModifiedBy>
  <cp:revision>1</cp:revision>
  <dcterms:created xsi:type="dcterms:W3CDTF">2026-01-13T08:41:06Z</dcterms:created>
  <dcterms:modified xsi:type="dcterms:W3CDTF">2026-01-13T09:07:18Z</dcterms:modified>
</cp:coreProperties>
</file>